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4" r:id="rId335"/>
    <p:sldId id="585" r:id="rId3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Relationship Id="rId71" Type="http://schemas.openxmlformats.org/officeDocument/2006/relationships/slide" Target="slides/slide60.xml"/><Relationship Id="rId72" Type="http://schemas.openxmlformats.org/officeDocument/2006/relationships/slide" Target="slides/slide61.xml"/><Relationship Id="rId73" Type="http://schemas.openxmlformats.org/officeDocument/2006/relationships/slide" Target="slides/slide62.xml"/><Relationship Id="rId74" Type="http://schemas.openxmlformats.org/officeDocument/2006/relationships/slide" Target="slides/slide63.xml"/><Relationship Id="rId75" Type="http://schemas.openxmlformats.org/officeDocument/2006/relationships/slide" Target="slides/slide64.xml"/><Relationship Id="rId76" Type="http://schemas.openxmlformats.org/officeDocument/2006/relationships/slide" Target="slides/slide65.xml"/><Relationship Id="rId77" Type="http://schemas.openxmlformats.org/officeDocument/2006/relationships/slide" Target="slides/slide66.xml"/><Relationship Id="rId78" Type="http://schemas.openxmlformats.org/officeDocument/2006/relationships/slide" Target="slides/slide67.xml"/><Relationship Id="rId79" Type="http://schemas.openxmlformats.org/officeDocument/2006/relationships/slide" Target="slides/slide68.xml"/><Relationship Id="rId80" Type="http://schemas.openxmlformats.org/officeDocument/2006/relationships/slide" Target="slides/slide69.xml"/><Relationship Id="rId81" Type="http://schemas.openxmlformats.org/officeDocument/2006/relationships/slide" Target="slides/slide70.xml"/><Relationship Id="rId82" Type="http://schemas.openxmlformats.org/officeDocument/2006/relationships/slide" Target="slides/slide71.xml"/><Relationship Id="rId83" Type="http://schemas.openxmlformats.org/officeDocument/2006/relationships/slide" Target="slides/slide72.xml"/><Relationship Id="rId84" Type="http://schemas.openxmlformats.org/officeDocument/2006/relationships/slide" Target="slides/slide73.xml"/><Relationship Id="rId85" Type="http://schemas.openxmlformats.org/officeDocument/2006/relationships/slide" Target="slides/slide74.xml"/><Relationship Id="rId86" Type="http://schemas.openxmlformats.org/officeDocument/2006/relationships/slide" Target="slides/slide75.xml"/><Relationship Id="rId87" Type="http://schemas.openxmlformats.org/officeDocument/2006/relationships/slide" Target="slides/slide76.xml"/><Relationship Id="rId88" Type="http://schemas.openxmlformats.org/officeDocument/2006/relationships/slide" Target="slides/slide77.xml"/><Relationship Id="rId89" Type="http://schemas.openxmlformats.org/officeDocument/2006/relationships/slide" Target="slides/slide78.xml"/><Relationship Id="rId90" Type="http://schemas.openxmlformats.org/officeDocument/2006/relationships/slide" Target="slides/slide79.xml"/><Relationship Id="rId91" Type="http://schemas.openxmlformats.org/officeDocument/2006/relationships/slide" Target="slides/slide80.xml"/><Relationship Id="rId92" Type="http://schemas.openxmlformats.org/officeDocument/2006/relationships/slide" Target="slides/slide81.xml"/><Relationship Id="rId93" Type="http://schemas.openxmlformats.org/officeDocument/2006/relationships/slide" Target="slides/slide82.xml"/><Relationship Id="rId94" Type="http://schemas.openxmlformats.org/officeDocument/2006/relationships/slide" Target="slides/slide83.xml"/><Relationship Id="rId95" Type="http://schemas.openxmlformats.org/officeDocument/2006/relationships/slide" Target="slides/slide84.xml"/><Relationship Id="rId96" Type="http://schemas.openxmlformats.org/officeDocument/2006/relationships/slide" Target="slides/slide85.xml"/><Relationship Id="rId97" Type="http://schemas.openxmlformats.org/officeDocument/2006/relationships/slide" Target="slides/slide86.xml"/><Relationship Id="rId98" Type="http://schemas.openxmlformats.org/officeDocument/2006/relationships/slide" Target="slides/slide87.xml"/><Relationship Id="rId99" Type="http://schemas.openxmlformats.org/officeDocument/2006/relationships/slide" Target="slides/slide88.xml"/><Relationship Id="rId100" Type="http://schemas.openxmlformats.org/officeDocument/2006/relationships/slide" Target="slides/slide89.xml"/><Relationship Id="rId101" Type="http://schemas.openxmlformats.org/officeDocument/2006/relationships/slide" Target="slides/slide90.xml"/><Relationship Id="rId102" Type="http://schemas.openxmlformats.org/officeDocument/2006/relationships/slide" Target="slides/slide91.xml"/><Relationship Id="rId103" Type="http://schemas.openxmlformats.org/officeDocument/2006/relationships/slide" Target="slides/slide92.xml"/><Relationship Id="rId104" Type="http://schemas.openxmlformats.org/officeDocument/2006/relationships/slide" Target="slides/slide93.xml"/><Relationship Id="rId105" Type="http://schemas.openxmlformats.org/officeDocument/2006/relationships/slide" Target="slides/slide94.xml"/><Relationship Id="rId106" Type="http://schemas.openxmlformats.org/officeDocument/2006/relationships/slide" Target="slides/slide95.xml"/><Relationship Id="rId107" Type="http://schemas.openxmlformats.org/officeDocument/2006/relationships/slide" Target="slides/slide96.xml"/><Relationship Id="rId108" Type="http://schemas.openxmlformats.org/officeDocument/2006/relationships/slide" Target="slides/slide97.xml"/><Relationship Id="rId109" Type="http://schemas.openxmlformats.org/officeDocument/2006/relationships/slide" Target="slides/slide98.xml"/><Relationship Id="rId110" Type="http://schemas.openxmlformats.org/officeDocument/2006/relationships/slide" Target="slides/slide99.xml"/><Relationship Id="rId111" Type="http://schemas.openxmlformats.org/officeDocument/2006/relationships/slide" Target="slides/slide100.xml"/><Relationship Id="rId112" Type="http://schemas.openxmlformats.org/officeDocument/2006/relationships/slide" Target="slides/slide101.xml"/><Relationship Id="rId113" Type="http://schemas.openxmlformats.org/officeDocument/2006/relationships/slide" Target="slides/slide102.xml"/><Relationship Id="rId114" Type="http://schemas.openxmlformats.org/officeDocument/2006/relationships/slide" Target="slides/slide103.xml"/><Relationship Id="rId115" Type="http://schemas.openxmlformats.org/officeDocument/2006/relationships/slide" Target="slides/slide104.xml"/><Relationship Id="rId116" Type="http://schemas.openxmlformats.org/officeDocument/2006/relationships/slide" Target="slides/slide105.xml"/><Relationship Id="rId117" Type="http://schemas.openxmlformats.org/officeDocument/2006/relationships/slide" Target="slides/slide106.xml"/><Relationship Id="rId118" Type="http://schemas.openxmlformats.org/officeDocument/2006/relationships/slide" Target="slides/slide107.xml"/><Relationship Id="rId119" Type="http://schemas.openxmlformats.org/officeDocument/2006/relationships/slide" Target="slides/slide108.xml"/><Relationship Id="rId120" Type="http://schemas.openxmlformats.org/officeDocument/2006/relationships/slide" Target="slides/slide109.xml"/><Relationship Id="rId121" Type="http://schemas.openxmlformats.org/officeDocument/2006/relationships/slide" Target="slides/slide110.xml"/><Relationship Id="rId122" Type="http://schemas.openxmlformats.org/officeDocument/2006/relationships/slide" Target="slides/slide111.xml"/><Relationship Id="rId123" Type="http://schemas.openxmlformats.org/officeDocument/2006/relationships/slide" Target="slides/slide112.xml"/><Relationship Id="rId124" Type="http://schemas.openxmlformats.org/officeDocument/2006/relationships/slide" Target="slides/slide113.xml"/><Relationship Id="rId125" Type="http://schemas.openxmlformats.org/officeDocument/2006/relationships/slide" Target="slides/slide114.xml"/><Relationship Id="rId126" Type="http://schemas.openxmlformats.org/officeDocument/2006/relationships/slide" Target="slides/slide115.xml"/><Relationship Id="rId127" Type="http://schemas.openxmlformats.org/officeDocument/2006/relationships/slide" Target="slides/slide116.xml"/><Relationship Id="rId128" Type="http://schemas.openxmlformats.org/officeDocument/2006/relationships/slide" Target="slides/slide117.xml"/><Relationship Id="rId129" Type="http://schemas.openxmlformats.org/officeDocument/2006/relationships/slide" Target="slides/slide118.xml"/><Relationship Id="rId130" Type="http://schemas.openxmlformats.org/officeDocument/2006/relationships/slide" Target="slides/slide119.xml"/><Relationship Id="rId131" Type="http://schemas.openxmlformats.org/officeDocument/2006/relationships/slide" Target="slides/slide120.xml"/><Relationship Id="rId132" Type="http://schemas.openxmlformats.org/officeDocument/2006/relationships/slide" Target="slides/slide121.xml"/><Relationship Id="rId133" Type="http://schemas.openxmlformats.org/officeDocument/2006/relationships/slide" Target="slides/slide122.xml"/><Relationship Id="rId134" Type="http://schemas.openxmlformats.org/officeDocument/2006/relationships/slide" Target="slides/slide123.xml"/><Relationship Id="rId135" Type="http://schemas.openxmlformats.org/officeDocument/2006/relationships/slide" Target="slides/slide124.xml"/><Relationship Id="rId136" Type="http://schemas.openxmlformats.org/officeDocument/2006/relationships/slide" Target="slides/slide125.xml"/><Relationship Id="rId137" Type="http://schemas.openxmlformats.org/officeDocument/2006/relationships/slide" Target="slides/slide126.xml"/><Relationship Id="rId138" Type="http://schemas.openxmlformats.org/officeDocument/2006/relationships/slide" Target="slides/slide127.xml"/><Relationship Id="rId139" Type="http://schemas.openxmlformats.org/officeDocument/2006/relationships/slide" Target="slides/slide128.xml"/><Relationship Id="rId140" Type="http://schemas.openxmlformats.org/officeDocument/2006/relationships/slide" Target="slides/slide129.xml"/><Relationship Id="rId141" Type="http://schemas.openxmlformats.org/officeDocument/2006/relationships/slide" Target="slides/slide130.xml"/><Relationship Id="rId142" Type="http://schemas.openxmlformats.org/officeDocument/2006/relationships/slide" Target="slides/slide131.xml"/><Relationship Id="rId143" Type="http://schemas.openxmlformats.org/officeDocument/2006/relationships/slide" Target="slides/slide132.xml"/><Relationship Id="rId144" Type="http://schemas.openxmlformats.org/officeDocument/2006/relationships/slide" Target="slides/slide133.xml"/><Relationship Id="rId145" Type="http://schemas.openxmlformats.org/officeDocument/2006/relationships/slide" Target="slides/slide134.xml"/><Relationship Id="rId146" Type="http://schemas.openxmlformats.org/officeDocument/2006/relationships/slide" Target="slides/slide135.xml"/><Relationship Id="rId147" Type="http://schemas.openxmlformats.org/officeDocument/2006/relationships/slide" Target="slides/slide136.xml"/><Relationship Id="rId148" Type="http://schemas.openxmlformats.org/officeDocument/2006/relationships/slide" Target="slides/slide137.xml"/><Relationship Id="rId149" Type="http://schemas.openxmlformats.org/officeDocument/2006/relationships/slide" Target="slides/slide138.xml"/><Relationship Id="rId150" Type="http://schemas.openxmlformats.org/officeDocument/2006/relationships/slide" Target="slides/slide139.xml"/><Relationship Id="rId151" Type="http://schemas.openxmlformats.org/officeDocument/2006/relationships/slide" Target="slides/slide140.xml"/><Relationship Id="rId152" Type="http://schemas.openxmlformats.org/officeDocument/2006/relationships/slide" Target="slides/slide141.xml"/><Relationship Id="rId153" Type="http://schemas.openxmlformats.org/officeDocument/2006/relationships/slide" Target="slides/slide142.xml"/><Relationship Id="rId154" Type="http://schemas.openxmlformats.org/officeDocument/2006/relationships/slide" Target="slides/slide143.xml"/><Relationship Id="rId155" Type="http://schemas.openxmlformats.org/officeDocument/2006/relationships/slide" Target="slides/slide144.xml"/><Relationship Id="rId156" Type="http://schemas.openxmlformats.org/officeDocument/2006/relationships/slide" Target="slides/slide145.xml"/><Relationship Id="rId157" Type="http://schemas.openxmlformats.org/officeDocument/2006/relationships/slide" Target="slides/slide146.xml"/><Relationship Id="rId158" Type="http://schemas.openxmlformats.org/officeDocument/2006/relationships/slide" Target="slides/slide147.xml"/><Relationship Id="rId159" Type="http://schemas.openxmlformats.org/officeDocument/2006/relationships/slide" Target="slides/slide148.xml"/><Relationship Id="rId160" Type="http://schemas.openxmlformats.org/officeDocument/2006/relationships/slide" Target="slides/slide149.xml"/><Relationship Id="rId161" Type="http://schemas.openxmlformats.org/officeDocument/2006/relationships/slide" Target="slides/slide150.xml"/><Relationship Id="rId162" Type="http://schemas.openxmlformats.org/officeDocument/2006/relationships/slide" Target="slides/slide151.xml"/><Relationship Id="rId163" Type="http://schemas.openxmlformats.org/officeDocument/2006/relationships/slide" Target="slides/slide152.xml"/><Relationship Id="rId164" Type="http://schemas.openxmlformats.org/officeDocument/2006/relationships/slide" Target="slides/slide153.xml"/><Relationship Id="rId165" Type="http://schemas.openxmlformats.org/officeDocument/2006/relationships/slide" Target="slides/slide154.xml"/><Relationship Id="rId166" Type="http://schemas.openxmlformats.org/officeDocument/2006/relationships/slide" Target="slides/slide155.xml"/><Relationship Id="rId167" Type="http://schemas.openxmlformats.org/officeDocument/2006/relationships/slide" Target="slides/slide156.xml"/><Relationship Id="rId168" Type="http://schemas.openxmlformats.org/officeDocument/2006/relationships/slide" Target="slides/slide157.xml"/><Relationship Id="rId169" Type="http://schemas.openxmlformats.org/officeDocument/2006/relationships/slide" Target="slides/slide158.xml"/><Relationship Id="rId170" Type="http://schemas.openxmlformats.org/officeDocument/2006/relationships/slide" Target="slides/slide159.xml"/><Relationship Id="rId171" Type="http://schemas.openxmlformats.org/officeDocument/2006/relationships/slide" Target="slides/slide160.xml"/><Relationship Id="rId172" Type="http://schemas.openxmlformats.org/officeDocument/2006/relationships/slide" Target="slides/slide161.xml"/><Relationship Id="rId173" Type="http://schemas.openxmlformats.org/officeDocument/2006/relationships/slide" Target="slides/slide162.xml"/><Relationship Id="rId174" Type="http://schemas.openxmlformats.org/officeDocument/2006/relationships/slide" Target="slides/slide163.xml"/><Relationship Id="rId175" Type="http://schemas.openxmlformats.org/officeDocument/2006/relationships/slide" Target="slides/slide164.xml"/><Relationship Id="rId176" Type="http://schemas.openxmlformats.org/officeDocument/2006/relationships/slide" Target="slides/slide165.xml"/><Relationship Id="rId177" Type="http://schemas.openxmlformats.org/officeDocument/2006/relationships/slide" Target="slides/slide166.xml"/><Relationship Id="rId178" Type="http://schemas.openxmlformats.org/officeDocument/2006/relationships/slide" Target="slides/slide167.xml"/><Relationship Id="rId179" Type="http://schemas.openxmlformats.org/officeDocument/2006/relationships/slide" Target="slides/slide168.xml"/><Relationship Id="rId180" Type="http://schemas.openxmlformats.org/officeDocument/2006/relationships/slide" Target="slides/slide169.xml"/><Relationship Id="rId181" Type="http://schemas.openxmlformats.org/officeDocument/2006/relationships/slide" Target="slides/slide170.xml"/><Relationship Id="rId182" Type="http://schemas.openxmlformats.org/officeDocument/2006/relationships/slide" Target="slides/slide171.xml"/><Relationship Id="rId183" Type="http://schemas.openxmlformats.org/officeDocument/2006/relationships/slide" Target="slides/slide172.xml"/><Relationship Id="rId184" Type="http://schemas.openxmlformats.org/officeDocument/2006/relationships/slide" Target="slides/slide173.xml"/><Relationship Id="rId185" Type="http://schemas.openxmlformats.org/officeDocument/2006/relationships/slide" Target="slides/slide174.xml"/><Relationship Id="rId186" Type="http://schemas.openxmlformats.org/officeDocument/2006/relationships/slide" Target="slides/slide175.xml"/><Relationship Id="rId187" Type="http://schemas.openxmlformats.org/officeDocument/2006/relationships/slide" Target="slides/slide176.xml"/><Relationship Id="rId188" Type="http://schemas.openxmlformats.org/officeDocument/2006/relationships/slide" Target="slides/slide177.xml"/><Relationship Id="rId189" Type="http://schemas.openxmlformats.org/officeDocument/2006/relationships/slide" Target="slides/slide178.xml"/><Relationship Id="rId190" Type="http://schemas.openxmlformats.org/officeDocument/2006/relationships/slide" Target="slides/slide179.xml"/><Relationship Id="rId191" Type="http://schemas.openxmlformats.org/officeDocument/2006/relationships/slide" Target="slides/slide180.xml"/><Relationship Id="rId192" Type="http://schemas.openxmlformats.org/officeDocument/2006/relationships/slide" Target="slides/slide181.xml"/><Relationship Id="rId193" Type="http://schemas.openxmlformats.org/officeDocument/2006/relationships/slide" Target="slides/slide182.xml"/><Relationship Id="rId194" Type="http://schemas.openxmlformats.org/officeDocument/2006/relationships/slide" Target="slides/slide183.xml"/><Relationship Id="rId195" Type="http://schemas.openxmlformats.org/officeDocument/2006/relationships/slide" Target="slides/slide184.xml"/><Relationship Id="rId196" Type="http://schemas.openxmlformats.org/officeDocument/2006/relationships/slide" Target="slides/slide185.xml"/><Relationship Id="rId197" Type="http://schemas.openxmlformats.org/officeDocument/2006/relationships/slide" Target="slides/slide186.xml"/><Relationship Id="rId198" Type="http://schemas.openxmlformats.org/officeDocument/2006/relationships/slide" Target="slides/slide187.xml"/><Relationship Id="rId199" Type="http://schemas.openxmlformats.org/officeDocument/2006/relationships/slide" Target="slides/slide188.xml"/><Relationship Id="rId200" Type="http://schemas.openxmlformats.org/officeDocument/2006/relationships/slide" Target="slides/slide189.xml"/><Relationship Id="rId201" Type="http://schemas.openxmlformats.org/officeDocument/2006/relationships/slide" Target="slides/slide190.xml"/><Relationship Id="rId202" Type="http://schemas.openxmlformats.org/officeDocument/2006/relationships/slide" Target="slides/slide191.xml"/><Relationship Id="rId203" Type="http://schemas.openxmlformats.org/officeDocument/2006/relationships/slide" Target="slides/slide192.xml"/><Relationship Id="rId204" Type="http://schemas.openxmlformats.org/officeDocument/2006/relationships/slide" Target="slides/slide193.xml"/><Relationship Id="rId205" Type="http://schemas.openxmlformats.org/officeDocument/2006/relationships/slide" Target="slides/slide194.xml"/><Relationship Id="rId206" Type="http://schemas.openxmlformats.org/officeDocument/2006/relationships/slide" Target="slides/slide195.xml"/><Relationship Id="rId207" Type="http://schemas.openxmlformats.org/officeDocument/2006/relationships/slide" Target="slides/slide196.xml"/><Relationship Id="rId208" Type="http://schemas.openxmlformats.org/officeDocument/2006/relationships/slide" Target="slides/slide197.xml"/><Relationship Id="rId209" Type="http://schemas.openxmlformats.org/officeDocument/2006/relationships/slide" Target="slides/slide198.xml"/><Relationship Id="rId210" Type="http://schemas.openxmlformats.org/officeDocument/2006/relationships/slide" Target="slides/slide199.xml"/><Relationship Id="rId211" Type="http://schemas.openxmlformats.org/officeDocument/2006/relationships/slide" Target="slides/slide200.xml"/><Relationship Id="rId212" Type="http://schemas.openxmlformats.org/officeDocument/2006/relationships/slide" Target="slides/slide201.xml"/><Relationship Id="rId213" Type="http://schemas.openxmlformats.org/officeDocument/2006/relationships/slide" Target="slides/slide202.xml"/><Relationship Id="rId214" Type="http://schemas.openxmlformats.org/officeDocument/2006/relationships/slide" Target="slides/slide203.xml"/><Relationship Id="rId215" Type="http://schemas.openxmlformats.org/officeDocument/2006/relationships/slide" Target="slides/slide204.xml"/><Relationship Id="rId216" Type="http://schemas.openxmlformats.org/officeDocument/2006/relationships/slide" Target="slides/slide205.xml"/><Relationship Id="rId217" Type="http://schemas.openxmlformats.org/officeDocument/2006/relationships/slide" Target="slides/slide206.xml"/><Relationship Id="rId218" Type="http://schemas.openxmlformats.org/officeDocument/2006/relationships/slide" Target="slides/slide207.xml"/><Relationship Id="rId219" Type="http://schemas.openxmlformats.org/officeDocument/2006/relationships/slide" Target="slides/slide208.xml"/><Relationship Id="rId220" Type="http://schemas.openxmlformats.org/officeDocument/2006/relationships/slide" Target="slides/slide209.xml"/><Relationship Id="rId221" Type="http://schemas.openxmlformats.org/officeDocument/2006/relationships/slide" Target="slides/slide210.xml"/><Relationship Id="rId222" Type="http://schemas.openxmlformats.org/officeDocument/2006/relationships/slide" Target="slides/slide211.xml"/><Relationship Id="rId223" Type="http://schemas.openxmlformats.org/officeDocument/2006/relationships/slide" Target="slides/slide212.xml"/><Relationship Id="rId224" Type="http://schemas.openxmlformats.org/officeDocument/2006/relationships/slide" Target="slides/slide213.xml"/><Relationship Id="rId225" Type="http://schemas.openxmlformats.org/officeDocument/2006/relationships/slide" Target="slides/slide214.xml"/><Relationship Id="rId226" Type="http://schemas.openxmlformats.org/officeDocument/2006/relationships/slide" Target="slides/slide215.xml"/><Relationship Id="rId227" Type="http://schemas.openxmlformats.org/officeDocument/2006/relationships/slide" Target="slides/slide216.xml"/><Relationship Id="rId228" Type="http://schemas.openxmlformats.org/officeDocument/2006/relationships/slide" Target="slides/slide217.xml"/><Relationship Id="rId229" Type="http://schemas.openxmlformats.org/officeDocument/2006/relationships/slide" Target="slides/slide218.xml"/><Relationship Id="rId230" Type="http://schemas.openxmlformats.org/officeDocument/2006/relationships/slide" Target="slides/slide219.xml"/><Relationship Id="rId231" Type="http://schemas.openxmlformats.org/officeDocument/2006/relationships/slide" Target="slides/slide220.xml"/><Relationship Id="rId232" Type="http://schemas.openxmlformats.org/officeDocument/2006/relationships/slide" Target="slides/slide221.xml"/><Relationship Id="rId233" Type="http://schemas.openxmlformats.org/officeDocument/2006/relationships/slide" Target="slides/slide222.xml"/><Relationship Id="rId234" Type="http://schemas.openxmlformats.org/officeDocument/2006/relationships/slide" Target="slides/slide223.xml"/><Relationship Id="rId235" Type="http://schemas.openxmlformats.org/officeDocument/2006/relationships/slide" Target="slides/slide224.xml"/><Relationship Id="rId236" Type="http://schemas.openxmlformats.org/officeDocument/2006/relationships/slide" Target="slides/slide225.xml"/><Relationship Id="rId237" Type="http://schemas.openxmlformats.org/officeDocument/2006/relationships/slide" Target="slides/slide226.xml"/><Relationship Id="rId238" Type="http://schemas.openxmlformats.org/officeDocument/2006/relationships/slide" Target="slides/slide227.xml"/><Relationship Id="rId239" Type="http://schemas.openxmlformats.org/officeDocument/2006/relationships/slide" Target="slides/slide228.xml"/><Relationship Id="rId240" Type="http://schemas.openxmlformats.org/officeDocument/2006/relationships/slide" Target="slides/slide229.xml"/><Relationship Id="rId241" Type="http://schemas.openxmlformats.org/officeDocument/2006/relationships/slide" Target="slides/slide230.xml"/><Relationship Id="rId242" Type="http://schemas.openxmlformats.org/officeDocument/2006/relationships/slide" Target="slides/slide231.xml"/><Relationship Id="rId243" Type="http://schemas.openxmlformats.org/officeDocument/2006/relationships/slide" Target="slides/slide232.xml"/><Relationship Id="rId244" Type="http://schemas.openxmlformats.org/officeDocument/2006/relationships/slide" Target="slides/slide233.xml"/><Relationship Id="rId245" Type="http://schemas.openxmlformats.org/officeDocument/2006/relationships/slide" Target="slides/slide234.xml"/><Relationship Id="rId246" Type="http://schemas.openxmlformats.org/officeDocument/2006/relationships/slide" Target="slides/slide235.xml"/><Relationship Id="rId247" Type="http://schemas.openxmlformats.org/officeDocument/2006/relationships/slide" Target="slides/slide236.xml"/><Relationship Id="rId248" Type="http://schemas.openxmlformats.org/officeDocument/2006/relationships/slide" Target="slides/slide237.xml"/><Relationship Id="rId249" Type="http://schemas.openxmlformats.org/officeDocument/2006/relationships/slide" Target="slides/slide238.xml"/><Relationship Id="rId250" Type="http://schemas.openxmlformats.org/officeDocument/2006/relationships/slide" Target="slides/slide239.xml"/><Relationship Id="rId251" Type="http://schemas.openxmlformats.org/officeDocument/2006/relationships/slide" Target="slides/slide240.xml"/><Relationship Id="rId252" Type="http://schemas.openxmlformats.org/officeDocument/2006/relationships/slide" Target="slides/slide241.xml"/><Relationship Id="rId253" Type="http://schemas.openxmlformats.org/officeDocument/2006/relationships/slide" Target="slides/slide242.xml"/><Relationship Id="rId254" Type="http://schemas.openxmlformats.org/officeDocument/2006/relationships/slide" Target="slides/slide243.xml"/><Relationship Id="rId255" Type="http://schemas.openxmlformats.org/officeDocument/2006/relationships/slide" Target="slides/slide244.xml"/><Relationship Id="rId256" Type="http://schemas.openxmlformats.org/officeDocument/2006/relationships/slide" Target="slides/slide245.xml"/><Relationship Id="rId257" Type="http://schemas.openxmlformats.org/officeDocument/2006/relationships/slide" Target="slides/slide246.xml"/><Relationship Id="rId258" Type="http://schemas.openxmlformats.org/officeDocument/2006/relationships/slide" Target="slides/slide247.xml"/><Relationship Id="rId259" Type="http://schemas.openxmlformats.org/officeDocument/2006/relationships/slide" Target="slides/slide248.xml"/><Relationship Id="rId260" Type="http://schemas.openxmlformats.org/officeDocument/2006/relationships/slide" Target="slides/slide249.xml"/><Relationship Id="rId261" Type="http://schemas.openxmlformats.org/officeDocument/2006/relationships/slide" Target="slides/slide250.xml"/><Relationship Id="rId262" Type="http://schemas.openxmlformats.org/officeDocument/2006/relationships/slide" Target="slides/slide251.xml"/><Relationship Id="rId263" Type="http://schemas.openxmlformats.org/officeDocument/2006/relationships/slide" Target="slides/slide252.xml"/><Relationship Id="rId264" Type="http://schemas.openxmlformats.org/officeDocument/2006/relationships/slide" Target="slides/slide253.xml"/><Relationship Id="rId265" Type="http://schemas.openxmlformats.org/officeDocument/2006/relationships/slide" Target="slides/slide254.xml"/><Relationship Id="rId266" Type="http://schemas.openxmlformats.org/officeDocument/2006/relationships/slide" Target="slides/slide255.xml"/><Relationship Id="rId267" Type="http://schemas.openxmlformats.org/officeDocument/2006/relationships/slide" Target="slides/slide256.xml"/><Relationship Id="rId268" Type="http://schemas.openxmlformats.org/officeDocument/2006/relationships/slide" Target="slides/slide257.xml"/><Relationship Id="rId269" Type="http://schemas.openxmlformats.org/officeDocument/2006/relationships/slide" Target="slides/slide258.xml"/><Relationship Id="rId270" Type="http://schemas.openxmlformats.org/officeDocument/2006/relationships/slide" Target="slides/slide259.xml"/><Relationship Id="rId271" Type="http://schemas.openxmlformats.org/officeDocument/2006/relationships/slide" Target="slides/slide260.xml"/><Relationship Id="rId272" Type="http://schemas.openxmlformats.org/officeDocument/2006/relationships/slide" Target="slides/slide261.xml"/><Relationship Id="rId273" Type="http://schemas.openxmlformats.org/officeDocument/2006/relationships/slide" Target="slides/slide262.xml"/><Relationship Id="rId274" Type="http://schemas.openxmlformats.org/officeDocument/2006/relationships/slide" Target="slides/slide263.xml"/><Relationship Id="rId275" Type="http://schemas.openxmlformats.org/officeDocument/2006/relationships/slide" Target="slides/slide264.xml"/><Relationship Id="rId276" Type="http://schemas.openxmlformats.org/officeDocument/2006/relationships/slide" Target="slides/slide265.xml"/><Relationship Id="rId277" Type="http://schemas.openxmlformats.org/officeDocument/2006/relationships/slide" Target="slides/slide266.xml"/><Relationship Id="rId278" Type="http://schemas.openxmlformats.org/officeDocument/2006/relationships/slide" Target="slides/slide267.xml"/><Relationship Id="rId279" Type="http://schemas.openxmlformats.org/officeDocument/2006/relationships/slide" Target="slides/slide268.xml"/><Relationship Id="rId280" Type="http://schemas.openxmlformats.org/officeDocument/2006/relationships/slide" Target="slides/slide269.xml"/><Relationship Id="rId281" Type="http://schemas.openxmlformats.org/officeDocument/2006/relationships/slide" Target="slides/slide270.xml"/><Relationship Id="rId282" Type="http://schemas.openxmlformats.org/officeDocument/2006/relationships/slide" Target="slides/slide271.xml"/><Relationship Id="rId283" Type="http://schemas.openxmlformats.org/officeDocument/2006/relationships/slide" Target="slides/slide272.xml"/><Relationship Id="rId284" Type="http://schemas.openxmlformats.org/officeDocument/2006/relationships/slide" Target="slides/slide273.xml"/><Relationship Id="rId285" Type="http://schemas.openxmlformats.org/officeDocument/2006/relationships/slide" Target="slides/slide274.xml"/><Relationship Id="rId286" Type="http://schemas.openxmlformats.org/officeDocument/2006/relationships/slide" Target="slides/slide275.xml"/><Relationship Id="rId287" Type="http://schemas.openxmlformats.org/officeDocument/2006/relationships/slide" Target="slides/slide276.xml"/><Relationship Id="rId288" Type="http://schemas.openxmlformats.org/officeDocument/2006/relationships/slide" Target="slides/slide277.xml"/><Relationship Id="rId289" Type="http://schemas.openxmlformats.org/officeDocument/2006/relationships/slide" Target="slides/slide278.xml"/><Relationship Id="rId290" Type="http://schemas.openxmlformats.org/officeDocument/2006/relationships/slide" Target="slides/slide279.xml"/><Relationship Id="rId291" Type="http://schemas.openxmlformats.org/officeDocument/2006/relationships/slide" Target="slides/slide280.xml"/><Relationship Id="rId292" Type="http://schemas.openxmlformats.org/officeDocument/2006/relationships/slide" Target="slides/slide281.xml"/><Relationship Id="rId293" Type="http://schemas.openxmlformats.org/officeDocument/2006/relationships/slide" Target="slides/slide282.xml"/><Relationship Id="rId294" Type="http://schemas.openxmlformats.org/officeDocument/2006/relationships/slide" Target="slides/slide283.xml"/><Relationship Id="rId295" Type="http://schemas.openxmlformats.org/officeDocument/2006/relationships/slide" Target="slides/slide284.xml"/><Relationship Id="rId296" Type="http://schemas.openxmlformats.org/officeDocument/2006/relationships/slide" Target="slides/slide285.xml"/><Relationship Id="rId297" Type="http://schemas.openxmlformats.org/officeDocument/2006/relationships/slide" Target="slides/slide286.xml"/><Relationship Id="rId298" Type="http://schemas.openxmlformats.org/officeDocument/2006/relationships/slide" Target="slides/slide287.xml"/><Relationship Id="rId299" Type="http://schemas.openxmlformats.org/officeDocument/2006/relationships/slide" Target="slides/slide288.xml"/><Relationship Id="rId300" Type="http://schemas.openxmlformats.org/officeDocument/2006/relationships/slide" Target="slides/slide289.xml"/><Relationship Id="rId301" Type="http://schemas.openxmlformats.org/officeDocument/2006/relationships/slide" Target="slides/slide290.xml"/><Relationship Id="rId302" Type="http://schemas.openxmlformats.org/officeDocument/2006/relationships/slide" Target="slides/slide291.xml"/><Relationship Id="rId303" Type="http://schemas.openxmlformats.org/officeDocument/2006/relationships/slide" Target="slides/slide292.xml"/><Relationship Id="rId304" Type="http://schemas.openxmlformats.org/officeDocument/2006/relationships/slide" Target="slides/slide293.xml"/><Relationship Id="rId305" Type="http://schemas.openxmlformats.org/officeDocument/2006/relationships/slide" Target="slides/slide294.xml"/><Relationship Id="rId306" Type="http://schemas.openxmlformats.org/officeDocument/2006/relationships/slide" Target="slides/slide295.xml"/><Relationship Id="rId307" Type="http://schemas.openxmlformats.org/officeDocument/2006/relationships/slide" Target="slides/slide296.xml"/><Relationship Id="rId308" Type="http://schemas.openxmlformats.org/officeDocument/2006/relationships/slide" Target="slides/slide297.xml"/><Relationship Id="rId309" Type="http://schemas.openxmlformats.org/officeDocument/2006/relationships/slide" Target="slides/slide298.xml"/><Relationship Id="rId310" Type="http://schemas.openxmlformats.org/officeDocument/2006/relationships/slide" Target="slides/slide299.xml"/><Relationship Id="rId311" Type="http://schemas.openxmlformats.org/officeDocument/2006/relationships/slide" Target="slides/slide300.xml"/><Relationship Id="rId312" Type="http://schemas.openxmlformats.org/officeDocument/2006/relationships/slide" Target="slides/slide301.xml"/><Relationship Id="rId313" Type="http://schemas.openxmlformats.org/officeDocument/2006/relationships/slide" Target="slides/slide302.xml"/><Relationship Id="rId314" Type="http://schemas.openxmlformats.org/officeDocument/2006/relationships/slide" Target="slides/slide303.xml"/><Relationship Id="rId315" Type="http://schemas.openxmlformats.org/officeDocument/2006/relationships/slide" Target="slides/slide304.xml"/><Relationship Id="rId316" Type="http://schemas.openxmlformats.org/officeDocument/2006/relationships/slide" Target="slides/slide305.xml"/><Relationship Id="rId317" Type="http://schemas.openxmlformats.org/officeDocument/2006/relationships/slide" Target="slides/slide306.xml"/><Relationship Id="rId318" Type="http://schemas.openxmlformats.org/officeDocument/2006/relationships/slide" Target="slides/slide307.xml"/><Relationship Id="rId319" Type="http://schemas.openxmlformats.org/officeDocument/2006/relationships/slide" Target="slides/slide308.xml"/><Relationship Id="rId320" Type="http://schemas.openxmlformats.org/officeDocument/2006/relationships/slide" Target="slides/slide309.xml"/><Relationship Id="rId321" Type="http://schemas.openxmlformats.org/officeDocument/2006/relationships/slide" Target="slides/slide310.xml"/><Relationship Id="rId322" Type="http://schemas.openxmlformats.org/officeDocument/2006/relationships/slide" Target="slides/slide311.xml"/><Relationship Id="rId323" Type="http://schemas.openxmlformats.org/officeDocument/2006/relationships/slide" Target="slides/slide312.xml"/><Relationship Id="rId324" Type="http://schemas.openxmlformats.org/officeDocument/2006/relationships/slide" Target="slides/slide313.xml"/><Relationship Id="rId325" Type="http://schemas.openxmlformats.org/officeDocument/2006/relationships/slide" Target="slides/slide314.xml"/><Relationship Id="rId326" Type="http://schemas.openxmlformats.org/officeDocument/2006/relationships/slide" Target="slides/slide315.xml"/><Relationship Id="rId327" Type="http://schemas.openxmlformats.org/officeDocument/2006/relationships/slide" Target="slides/slide316.xml"/><Relationship Id="rId328" Type="http://schemas.openxmlformats.org/officeDocument/2006/relationships/slide" Target="slides/slide317.xml"/><Relationship Id="rId329" Type="http://schemas.openxmlformats.org/officeDocument/2006/relationships/slide" Target="slides/slide318.xml"/><Relationship Id="rId330" Type="http://schemas.openxmlformats.org/officeDocument/2006/relationships/slide" Target="slides/slide319.xml"/><Relationship Id="rId331" Type="http://schemas.openxmlformats.org/officeDocument/2006/relationships/slide" Target="slides/slide320.xml"/><Relationship Id="rId332" Type="http://schemas.openxmlformats.org/officeDocument/2006/relationships/slide" Target="slides/slide321.xml"/><Relationship Id="rId335" Type="http://schemas.openxmlformats.org/officeDocument/2006/relationships/slide" Target="slides/slide322.xml"/><Relationship Id="rId336" Type="http://schemas.openxmlformats.org/officeDocument/2006/relationships/slide" Target="slides/slide3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NON-WSQ COURSE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AI Transformation with Microsoft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8" name="Picture 7" descr="provi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417320" cy="1417320"/>
          </a:xfrm>
          <a:prstGeom prst="rect">
            <a:avLst/>
          </a:prstGeom>
        </p:spPr>
      </p:pic>
      <p:pic>
        <p:nvPicPr>
          <p:cNvPr id="10" name="Picture 9" descr="executive-strate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28800"/>
            <a:ext cx="5303520" cy="298323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246120"/>
            <a:ext cx="5212080" cy="15087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100" b="1">
                <a:solidFill>
                  <a:srgbClr val="161B26"/>
                </a:solidFill>
                <a:latin typeface="Arial"/>
              </a:defRPr>
            </a:pPr>
            <a:r>
              <a:t>Microsoft 365 Copilot → Workflows → Agents → measurable business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1B26"/>
                </a:solidFill>
                <a:latin typeface="Arial"/>
              </a:defRPr>
            </a:pPr>
            <a:r>
              <a:t>Course Code: C776   |   2 days · 15 hours   |   1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B6372"/>
                </a:solidFill>
                <a:latin typeface="Arial"/>
              </a:defRPr>
            </a:pPr>
            <a:r>
              <a:t>Conducted by Tertiary Infotech Academy Pte Ltd ·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716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Informed by Microsoft AB-730 business use and AB-731 transformation leadership · This course is not Microsoft exam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General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GENERAL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Name: __________________________</a:t>
            </a:r>
            <a:br/>
            <a:r>
              <a:t>Role: ____________________________</a:t>
            </a:r>
            <a:br/>
            <a:r>
              <a:t>Relevant experience: ______________</a:t>
            </a:r>
            <a:br/>
            <a:r>
              <a:t>Class / date: 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Course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COURSE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Dr. Alfred Ang</a:t>
            </a:r>
            <a:br/>
            <a:r>
              <a:t>Approved trainer for this course</a:t>
            </a:r>
            <a:br/>
            <a:r>
              <a:t>Class assignment: provider to confirm</a:t>
            </a:r>
            <a:br/>
            <a:r>
              <a:t>Profile / credentials: trainer to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Let us know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Your leadership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Copilot opportunity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decision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Share your leadership role, one Copilot opportunity and one decision concern.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Synthetic data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Cite each source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Human approval before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Use only synthetic lab data; cite sources; retain human approval for external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LMS/TMS course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Current guide and slides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Labs and activity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Access the course LMS/TMS record for current slides, guides, labs and activity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Lesson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1: Microsoft 365 Copilot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Days 1–2: Copilot Workflows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2: agents and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Day 1: Microsoft 365 Copilot and Workflow design · Day 2: Workflow controls, agents, adoption and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LO1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Microsoft 365 Copilot for everyday business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 service outcome →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Ask a useful question → Reusable work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Ground a chat answer → Sourced response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Compare options in Chat → Option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LO2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safe Copilot Workflows and human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30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Spot a repeatable handoff →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Define trigger and result → Trigger-to-result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Add review step → Human review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Test exceptions → Test and exception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LO3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and test bounded Copilot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304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agent purpose →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Write instructions → Agent instructions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Add knowledge → Knowledge-source register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Create starter prompts → Starter prompt 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LO4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 adoption, measure value and scale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Map a work journey →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Choose a first cohort → Pilot cohort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Prepare managers → Manager enablement brief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Collect user feedback → Improvement backlog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Chat and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01: Copilot Chat and shared planning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Sponsor confirms outcome and owner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response baseline and customer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Microsoft 365 Copilot Chat to identify a bounded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opportunity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confirms outcome and owner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response baseline and customer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opportunity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Microsoft 365 Copilot Chat to identify a bounded opportunity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Microsoft 365 Copilot Chat to identify a bounded opportunity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confirms outcome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AI use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response baseline and customer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AI use is mistaken for customer benefit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confirms outcome and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opportunity statement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Comparable response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service outcome: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Pilot opportunity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confirms outcome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AI use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Comparable response time; link source, reviewer and 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vague request to improve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Add audience, task, source, constraints and output to a Copilot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Reusable work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Manager confirms the prompt answers the real question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vague request to improve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Reusable work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Add audience, task, source, constraints and output to a Copilot prompt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Add audience, task, source, constraints and output to a Copilot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Manager confirms the prompt answers the real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Polished response has no decision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vague request to improve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Polished response has no decision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Manager confirms the prompt answers the real question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Reusable work prompt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Relevant answers per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Ask a useful question: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Reusable work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Manager confirms the prompt answers the real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Polished response has no decision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Relevant answers per review; link source, reviewer and date.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service policy and two case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Chat to answer from the supplied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Sourced response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every material statement against the source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service policy and two case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Sourced response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Chat to answer from the supplied source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Chat to answer from the supplied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every material statement against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unsupported claim is repeated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service policy and two case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unsupported claim is repeated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every material statement against the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Sourced response summary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claims per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a chat answer: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Sourced response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every material statement against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unsupported claim is repeated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claims per sample; link source, reviewer and date.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possible pilot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for benefits, trade-offs and missing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Option comparison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Use the same criteria for all options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possible pilot processes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Option comparison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for benefits, trade-offs and missing evidence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for benefits, trade-offs and missing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Use the same criteria for all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The preferred option receives easier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possible pilot processes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The preferred option receives easier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Use the same criteria for all options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Option comparison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Options with complete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Compare options in Chat: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Option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Use the same criteria for all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The preferred option receives easier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Options with complete evidence; link source, reviewer and date.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reviewed team decision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Move approved ideas into a Copilot Page or offline shared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Shared planning page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content and access before sharing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reviewed team decision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Shared planning page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Move approved ideas into a Copilot Page or offline shared brief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Move approved ideas into a Copilot Page or offline shared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content and access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Draft assumptions are shown as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reviewed team decision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Draft assumptions are shown as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content and access before sharing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Shared planning page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Open questions 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 Copilot Page: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Shared planning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content and access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Draft assumptions are shown as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Open questions assigned; link source, reviewer and date.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Word PowerPoint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02: Word PowerPoint and Outlook content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Reviewed Word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Sponsor checks numbers and recommendation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pilot notes and service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Word to draft a two-page decision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Reviewed Word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checks numbers and recommendation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pilot notes and service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Reviewed Word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Word to draft a two-page decision brief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Word to draft a two-page decision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checks numbers and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Copilot invents a benefit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pilot notes and service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Copilot invents a benefit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checks numbers and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Reviewed Word brief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material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a Word brief: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Reviewed Word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checks numbers and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Copilot invents a benefit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material claims; link source, reviewer and date.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rough draft for a leadership audience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in Word to shorten and clarify the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Concise executive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Human owner signs the final message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rough draft for a leadership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Concise executive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in Word to shorten and clarify the recommendation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in Word to shorten and clarify the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Human owner signs the final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Important caveat disappears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rough draft for a leadership audience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Important caveat disappears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Human owner signs the final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Concise executive summary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Decisions understood in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Refine executive tone: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Concise 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Human owner signs the final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Important caveat disappears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Decisions understood in review; link source, reviewer and date.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Word brief and baseline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PowerPoint to create a five-slide decision 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presentation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Trace every chart to approved values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Word brief and baseline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presentation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PowerPoint to create a five-slide decision story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PowerPoint to create a five-slide decision 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Trace every chart to approved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Slide claim exceeds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Word brief and baseline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Slide claim exceeds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Trace every chart to approved values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presentation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Figures checked before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board slides: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Board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Trace every chart to approved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Slide claim exceeds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Figures checked before review; link source, reviewer and date.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pilot decision and open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Outlook to prepare a status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Unsent status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approves recipients and commitments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pilot decision and open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Unsent status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Outlook to prepare a status message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Outlook to prepare a status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approves recipients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unapproved promise is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pilot decision and open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unapproved promise is 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approves recipients and commitments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Unsent status draft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Messages approved before sending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Draft Outlook update: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Unsent status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approves recipients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unapproved promise is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Messages approved before sending; link source, reviewer and date.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policy and market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Researcher if available to gather sources, or compare supplied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and uncertainty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Validate dates, claims and relevance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policy and market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and uncertainty 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Researcher if available to gather sources, or compare supplied documents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Researcher if available to gather sources, or compare supplied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Validate dates, claims and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Research summary treats weak source as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policy and market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Research summary treats weak source as 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Validate dates, claims and relevance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and uncertainty list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Sources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 Researcher carefully: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Source and uncertainty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Validate dates, claims and relevance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Research summary treats weak source as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Sources verified; link source, reviewer and date.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Excel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03: Excel analysis and Teams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74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Trend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Check chart and denominator against workbook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monthly service-volume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in Excel to surface patterns and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Trend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chart and denominator against workbook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monthly service-volume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Trend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in Excel to surface patterns and outliers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in Excel to surface patterns and outliers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chart and denominator against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An outlier is presented as a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monthly service-volume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An outlier is presented as a trend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chart and denominator against workbook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Trend summary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Patterns 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Explore Excel data: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Trend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chart and denominator against workbook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An outlier is presented as a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Patterns confirmed; link source, reviewer and date.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before-and-after service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Excel to propose a clear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Annotated comparison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Use comparable periods and units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before-and-after service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Annotated comparison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Excel to propose a clear chart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Excel to propose a clear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Use comparable periods and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Axis hides change or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before-and-after service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Axis hides change or variation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Use comparable periods and units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Annotated comparison chart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Correctly labelled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Build a simple chart: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Annotated comparison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Use comparable periods and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Axis hides change or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Correctly labelled charts; link source, reviewer and date.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objective, questions and decision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prepare a concise meeting agenda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Decision agenda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Chair confirms questions and owner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objective, questions and decision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Decision agenda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to prepare a concise meeting agenda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prepare a concise meeting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Chair confirms questions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Meeting has no decision to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objective, questions and decision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Meeting has no decision to 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Chair confirms questions and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Decision agenda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Decisions reached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a Teams meeting: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Decision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Chair confirms questions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Meeting has no decision to make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Decisions reached; link source, reviewer and date.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Teams transcript and dissent note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Teams to summarize decisions and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Validated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Chair checks speakers, owners and dates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Teams transcript and dissent note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Validated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Teams to summarize decisions and actions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Teams to summarize decisions and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Chair checks speakers, owners and 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Action is attributed to wrong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Teams transcript and dissent note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Action is attributed to wrong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Chair checks speakers, owners and dates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Validated action log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Actions confirmed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meeting recap: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Validated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Chair checks speakers, owners and 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Action is attributed to wrong person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Actions confirmed; link source, reviewer and date.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Validated action log and unresolved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Chat or Outlook to draft an unsent follow-up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Reviewed follow-up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approves external distribution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Validated action log and unresolved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Reviewed follow-up message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Chat or Outlook to draft an unsent follow-up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Chat or Outlook to draft an unsent follow-up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approves external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Dissent or hold condition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Validated action log and unresolved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Dissent or hold condition is omitted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approves external distribution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Reviewed follow-up message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RESULT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Actions closed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Follow up after meeting: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https://learn.microsoft.com/en-us/credentials/certifications/ai-business-professional/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Reviewed follow-up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approves external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Dissent or hold condition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Actions closed on time; link source, reviewer and date.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Workflows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04: Design a Copilot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105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Process owner confirms a repeatable trigger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email requests and missed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Describe a Microsoft 365 Copilot Workflows opportunity in plain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opportunity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Process owner confirms a repeatable trigger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email requests and missed deadlines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Workflow opportunity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Describe a Microsoft 365 Copilot Workflows opportunity in plain language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Describe a Microsoft 365 Copilot Workflows opportunity in plain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Process owner confirms a repeatable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One-off judgment is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email requests and missed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One-off judgment is automated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Process owner confirms a repeatable trigger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Workflow opportunity card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Handoff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Spot a repeatable handoff: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Workflow opportunity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Process owner confirms a repeatable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One-off judgment is automated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Handoff time; link source, reviewer and date.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request email with fictional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Workflows to draft trigger, steps and intended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Trigger-to-result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verifies trigger is precise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request email with fictional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Trigger-to-result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Workflows to draft trigger, steps and intended output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Workflows to draft trigger, steps and intended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verifies trigger is precise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Wrong message starts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request email with fictional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Wrong message starts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verifies trigger is precise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Trigger-to-result map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Correctly triggered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Define trigger and result: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Trigger-to-result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verifies trigger is precise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Wrong message starts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Correctly triggered cases; link source, reviewer and date.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acknowledgement and case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Workflows to route draft for human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Human review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No external commitment before approval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Draft acknowledgement and case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Human review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Workflows to route draft for human approval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Workflows to route draft for human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No external commitment before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Message sends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Draft acknowledgement and case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Message sends without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external commitment before approval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Human review gate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Unapproved sends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review step: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Human review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external commitment before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Message sends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Unapproved sends; link source, reviewer and date.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Missing case owner and contradictory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workflow with normal and exception examples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and exception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Hold unknown owner or conflicting input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Missing case owner and contradictory priority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Test and exception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workflow with normal and exception examples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workflow with normal and exception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Hold unknown owner or conflicting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Exception is silently routed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Missing case owner and contradictory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Exception is silently routed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Hold unknown owner or conflicting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Test and exception log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Exceptions detected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exceptions: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Test and exception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Hold unknown owner or conflicting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Exception is silently routed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Exceptions detected; link source, reviewer and date.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test record and accountable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Workflows draft, permissions and run history before enabling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Go or hold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approves live activation in authorised tenant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Workflow test record and accountable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Go or hold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Workflows draft, permissions and run history before enabling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Workflows draft, permissions and run history before enabling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approves live activation in authorised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Simulation is described as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Workflow test record and accountable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Simulation is described as deployed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approves live activation in authorised tenant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Go or hold record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Approved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to activate: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Go or hold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approves live activation in authorised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Simulation is described as deployed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Approved runs; link source, reviewer and date.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Workflows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05: Control and review a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136</a:t>
            </a:r>
          </a:p>
        </p:txBody>
      </p:sp>
      <p:pic>
        <p:nvPicPr>
          <p:cNvPr id="8" name="Picture 7" descr="copilot-workflow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Data boundary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Data owner approves sources and recipients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Two synthetic role-based document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what a workflow can read and where output goes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Data boundary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Data owner approves sources and recipients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Two synthetic role-based document 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Data boundary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what a workflow can read and where output goes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what a workflow can read and where output goes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Data owner approves sources and recipients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Restricted content reaches a broad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Two synthetic role-based document 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Restricted content reaches a broad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approves sources and recipients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Data boundary map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Unexpected access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Check data access: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Data boundary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approves sources and recipients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Restricted content reaches a broad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Unexpected access findings; link source, reviewer and date.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and retired service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the draft workflow against both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Current rule governs action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and retired service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the draft workflow against both versions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the draft workflow against both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Current rule governs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rule triggers an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and retired service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rule triggers an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Current rule governs action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test record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Current-source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Verify source freshness: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Source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Current rule governs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rule triggers an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Current-source rate; link source, reviewer and date.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Service, risk and IT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Assign who reviews, pauses and restores a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Plain-language responsibility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Each consequential action has an owner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Service, risk and IT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Plain-language responsibility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Assign who reviews, pauses and restores a workflow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Assign who reviews, pauses and restores a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Each consequential action has 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Everyone assumes another team 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Service, risk and IT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Everyone assumes another team approves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Each consequential action has an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Plain-language responsibility card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Controls with named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approval responsibility: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Plain-language responsibility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Each consequential action has an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Everyone assumes another team approves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Controls with named owners; link source, reviewer and date.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misrouted notification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Write a pause, contain, notify and retest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Incident response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Risk owner decides restart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misrouted 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Incident response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Write a pause, contain, notify and retest path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Write a pause, contain, notify and retest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Risk owner decides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Workflow continues after a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misrouted notification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Workflow continues after a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Risk owner decides restart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Incident response card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pause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Plan incident response: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Incident response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Risk owner decides restart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Workflow continues after a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pause; link source, reviewer and date.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sample requests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manual and assisted handoff times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Workflow pilot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Include human review and error effort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sample requests and review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Workflow pilot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manual and assisted handoff times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manual and assisted handoff times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Include human review and error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Gross time saved is called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sample requests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Gross time saved is called net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Include human review and error effort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Workflow pilot scorecard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RESULT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per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Review workflow value: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https://support.microsoft.com/en-us/microsoft-365-copilot/get-started-with-workflows-in-microsoft-365-copilot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Workflow pilot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Include human review and error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Gross time saved is called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per case; link source, reviewer and date.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06: Build a focused Copilot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167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Owner excludes high-impact decisions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Recurring employee policy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Define one bounded use for Copilot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purpose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excludes high-impact decisions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Recurring employee policy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purpose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Define one bounded use for Copilot Agent Builder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Define one bounded use for Copilot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excludes high-impact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has no clear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Recurring employee policy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has no clear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excludes high-impact decisions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purpose statement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In-scope answer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agent purpose: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purpose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excludes high-impact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has no clear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In-scope answer rate; link source, reviewer and date.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policy excerpts and role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Describe audience, task, boundaries and escalation in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instructions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failure and escalation wording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policy excerpts and role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instructions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Describe audience, task, boundaries and escalation in Agent Builder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Describe audience, task, boundaries and escalation in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failure and escalation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implies it can approve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policy excerpts and role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implies it can approve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failure and escalation wording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instructions draft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Escalations handled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Write instructions: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instructions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failure and escalation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implies it can approve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Escalations handled; link source, reviewer and date.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synthetic policy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Attach approved knowledge sources in Agent 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Knowledge-source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Data owner validates permissions and versions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synthetic policy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Knowledge-source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Attach approved knowledge sources in Agent Builder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Attach approved knowledge sources in Agent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Data owner validates permissions and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file remains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synthetic policy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file remains attached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validates permissions and versions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Knowledge-source register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Approved sources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Add knowledge: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Knowledge-source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validates permissions and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file remains attached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Approved sources used; link source, reviewer and date.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common user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Write clear starter prompts for the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Starter prompt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Business user can understand each prompt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common user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Starter prompt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Write clear starter prompts for the agent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Write clear starter prompts for the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Business user can understand each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Prompts ask for unsupported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common user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Prompts ask for unsupported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Business user can understand each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Starter prompt set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Prompt completion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Create starter prompts: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Starter prompt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Business user can understand each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Prompts ask for unsupported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Prompt completion rate; link source, reviewer and date.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Typical policy question with source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Test the agent preview and compare to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response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verifies accuracy and citation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Typical policy question with source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response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Test the agent preview and compare to source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Test the agent preview and compare to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verifies accuracy and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Confident answer is unsupported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Typical policy question with source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Confident answer is unsupported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verifies accuracy and citation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response review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answers per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Preview a response: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response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verifies accuracy and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Confident answer is unsupported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answers per test; link source, reviewer and date.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365 Copilot Agent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07: Test share and monitor an agent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198</a:t>
            </a:r>
          </a:p>
        </p:txBody>
      </p:sp>
      <p:pic>
        <p:nvPicPr>
          <p:cNvPr id="8" name="Picture 7" descr="copilot-agents-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189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Normal-case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Answer matches current source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leave-policy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the agent for a bounded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Normal-case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Answer matches current source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leave-policy 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Normal-case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the agent for a bounded answer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the agent for a bounded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Answer matches current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omits a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leave-policy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omits a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Answer matches current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Normal-case test record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normal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a normal question: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Normal-case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Answer matches current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omits a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normal answers; link source, reviewer and date.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Question outside approved policy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the agent to state uncertainty and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Out-of-scope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Agent hands off unknown answer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Question outside approved policy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Out-of-scope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the agent to state uncertainty and escalation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the agent to state uncertainty and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Agent hands off unknown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invents a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Question outside approved policy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invents a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Agent hands off unknown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Out-of-scope test record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Correct escalations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missing knowledge: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Out-of-scope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Agent hands off unknown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invents a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Correct escalations; link source, reviewer and date.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and retired synthetic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Challenge the agent with contradictory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Conflict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chooses authoritative source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and retired synthetic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Conflict test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Challenge the agent with contradictory evidence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Challenge the agent with contradictory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chooses authoritative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cites retired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and retired synthetic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cites retired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chooses authoritative 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Conflict test record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Conflicts surfaced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Test conflicting sources: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Conflict test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chooses authoritative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cites retired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Conflicts surfaced; link source, reviewer and date.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synthetic role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Run a small acceptance review before sharing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feedback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Address material failures before release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synthetic role personas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feedback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Run a small acceptance review before sharing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Run a small acceptance review before sharing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Address material failures before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First demo is treated as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synthetic role personas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First demo is treated as sign-off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Address material failures before release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feedback log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failures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with users: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Pilot feedback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Address material failures before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First demo is treated as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failures closed; link source, reviewer and date.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agent and audience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Review Agent Builder sharing and ongoing feedback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release and review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checks audience and knowledge access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agent and audience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release and review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Review Agent Builder sharing and ongoing feedback plan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Review Agent Builder sharing and ongoing feedback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checks audience and knowledge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is shared too broadly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agent and audience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is shared too broadly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checks audience and knowledge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release and review card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RESULT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Reviewed usage and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Share and monitor: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https://support.microsoft.com/en-us/microsoft-365-copilot/build-your-own-agent-with-microsoft-365-copilot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Agent release and review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checks audience and knowledge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is shared too broadly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Reviewed usage and feedback; link source, reviewer and date.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Chat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08: Pilot adoption and work redesign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229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Keep human decisions visible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Chat, workflow and agent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Show where each Copilot mode helps in one service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Future-state journey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Keep human decisions visible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Chat, workflow and agent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Future-state journey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Show where each Copilot mode helps in one service journey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Show where each Copilot mode helps in one service journey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Keep human decisions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The same task is duplicated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Chat, workflow and agent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The same task is duplicated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Keep human decisions visible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Future-state journey map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Map a work journey: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Future-state journey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Keep human decisions visible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The same task is duplicated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completion; link source, reviewer and date.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Thirty synthetic seats across three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Prioritize roles with useful work and manager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cohort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signs selection criteria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Thirty synthetic seats across three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cohort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Prioritize roles with useful work and manager support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Prioritize roles with useful work and manager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signs selection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Licence count replaces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Thirty synthetic seats across three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Licence count replaces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signs selection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cohort plan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Productive pilot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Choose a first cohort: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Pilot cohort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signs selection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Licence count replaces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Productive pilot users; link source, reviewer and date.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Role questions and practice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manager briefing with Copilot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Manager enablement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Managers can explain limits and outcomes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Role questions and practice needs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Manager enablement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Draft a manager briefing with Copilot in Word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manager briefing with Copilot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Managers can explain limits and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Training only shows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Role questions and practice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Training only shows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Managers can explain limits and outcomes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Manager enablement brief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Practice completion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Prepare managers: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Manager enablement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Managers can explain limits and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Training only shows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Practice completion; link source, reviewer and date.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comments from first two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Chat to group friction and successes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Assign an owner and due date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comments from first two 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Chat to group friction and successes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Chat to group friction and successes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Assign an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Complaints about bad sources are called prompt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comments from first two weeks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Complaints about bad sources are called prompt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Assign an owner and due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Improvement backlog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Issues 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Collect user feedback: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Improvement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Assign an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Complaints about bad sources are called prompt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Issues closed; link source, reviewer and date.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Adoption, quality and risk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Define go, hold and stop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Scale decision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Critical failure blocks scale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Adoption, quality and risk observations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Scale decision checklist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Define go, hold and stop conditions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Define go, hold and stop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Critical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Average score hides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Adoption, quality and risk observations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Average score hides severe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Critical failure blocks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Scale decision checklist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Required gates passed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Set scale gate: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Scale decision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Critical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Average score hides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Required gates passed; link source, reviewer and date.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Excel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09: Measure value and make an investment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260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Net-time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Check formulas and comparable work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Baseline, assisted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Excel to explain net minutes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Net-time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Check formulas and comparable work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Baseline, assisted and review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Net-time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Excel to explain net minutes saved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Excel to explain net minutes saved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Check formulas and comparable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Review time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Baseline, assisted and review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Review time is omitted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Check formulas and comparable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Net-time table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time honestly: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Net-time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Check formulas and comparable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Review time is omitted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per task; link source, reviewer and date.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Sample drafts and correction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summarize error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Quality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Critical error is reported separately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Sample drafts and correction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Quality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to summarize error types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summarize error 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Critical error is reported separately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Average quality hides material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Sample drafts and correction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Average quality hides material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Critical error is reported separately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Quality scorecard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errors per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quality: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Quality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Critical error is reported separately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Average quality hides material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errors per sample; link source, reviewer and date.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Seat assignments and actual useful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licence, activity and productive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Define productive use per role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Seat assignments and actual useful sessions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Adoption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licence, activity and productive use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licence, activity and productive 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Define productive use per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Seats are presented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Seat assignments and actual useful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Seats are presented as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Define productive use per role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Adoption chart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Productive users per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adoption: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Adoption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Define productive use per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Seats are presented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Productive users per cohort; link source, reviewer and date.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licensing, training and review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costs and benefits with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Scenario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Label assumptions and sensitivity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licensing, training and review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Scenario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Compare costs and benefits with Excel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costs and benefits with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Label assumptions and sensitivity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Licence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licensing, training and review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Licence is the only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Label assumptions and sensitivity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Scenario table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Cost per verified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Estimate total cost: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Scenario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Label assumptions and sensitivity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Licence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Cost per verified outcome; link source, reviewer and date.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Value, quality and risk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fund, hold or stop note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Investment decision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Sponsor signs conditions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Value, quality and risk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Investment decision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Draft a fund, hold or stop note in Word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fund, hold or stop note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Sponsor signs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Optimistic forecast is described as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Value, quality and risk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Optimistic forecast is described as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signs conditions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Investment decision memo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Conditions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Decide investment: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Investment decision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signs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Optimistic forecast is described as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Conditions met; link source, reviewer and date.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PowerPoint and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10: Lead the transformation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291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Reject ownerless opportunity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candidate Copilot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Rank outcome, readiness, risk and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Reject ownerless opportunity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candidate Copilot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Rank outcome, readiness, risk and owner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Rank outcome, readiness, risk and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Reject ownerless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Highest volume is treated as highest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candidate Copilot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Highest volume is treated as highest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Reject ownerless opportunity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Opportunity portfolio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Validated value per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Prioritize use cases: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Reject ownerless opportunity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Highest volume is treated as highest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Validated value per case; link source, reviewer and date.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observations and manager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Sequence chat, workflow and agent waves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Ninety-day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Each wave has owner and gate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observations and manager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Ninety-day roadmap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Sequence chat, workflow and agent waves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Sequence chat, workflow and agent waves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Each wave has owner and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Rollout outruns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observations and manager capacity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Rollout outruns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Each wave has owner and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Ninety-day roadmap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Wave gates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Design ninety days: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Ninety-day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Each wave has owner and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Rollout outruns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Wave gates met; link source, reviewer and date.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Verified pilot outcome and open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PowerPoint to draft a board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Every claim has source and date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Verified pilot outcome and open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Use Copilot in PowerPoint to draft a board update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PowerPoint to draft a board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Every claim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Risk disappears from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Verified pilot outcome and open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Risk disappears from narrative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Every claim has source and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scorecard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Claims traceable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Tell the board: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Board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Every claim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Risk disappears from narrative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Claims traceable; link source, reviewer and date.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confident recommendation and downside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Chat for counterarguments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Decision challenge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Executive answers strongest objection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confident recommendation and downside 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Decision challenge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Ask Copilot Chat for counterarguments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Chat for counterarguments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Executive answers strongest objection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Polished demo substitutes for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confident recommendation and downside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Polished demo substitutes for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Executive answers strongest objection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Decision challenge log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Objections resolved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Challenge the case: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Decision challenge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Executive answers strongest objection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Polished demo substitutes for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Objections resolved; link source, reviewer and date.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Portfolio, roadmap and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Record the sponsor go, hold or stop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Signed transformation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check: Owner names next review date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NORTHSTAR SERVICE · SYNTHETIC WORKED EXAMPLE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Portfolio, roadmap and scorecard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Signed transformation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Copilot action  |  Record the sponsor go, hold or stop decision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Record the sponsor go, hold or stop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HUMAN REVIEW  |  Owner names next review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Decision has no accountable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Portfolio, roadmap and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Decision has no accountable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names next review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Signed transformation decision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RESULT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Conditions met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Make the call: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Microsoft product/curriculum reference: https://learn.microsoft.com/en-us/credentials/certifications/ai-transformation-leader/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Signed transformation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names next review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Decision has no accountable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Conditions met on time; link source, reviewer and date.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Course feedback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Share your course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Rate the content and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Suggest one improvement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C776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03120"/>
            <a:ext cx="9784080" cy="14630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300" b="1">
                <a:solidFill>
                  <a:srgbClr val="161B26"/>
                </a:solidFill>
                <a:latin typeface="Arial"/>
              </a:defRPr>
            </a:pPr>
            <a:r>
              <a:t>Apply one Copilot decision at work and record the next decision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